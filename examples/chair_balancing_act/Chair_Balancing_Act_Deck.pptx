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Chair Balancing Act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600" b="0">
                <a:solidFill>
                  <a:srgbClr val="4EC978"/>
                </a:solidFill>
                <a:latin typeface="Calibri"/>
              </a:defRPr>
            </a:pPr>
            <a:r>
              <a:t>A tilt-sensing audio feedback device for fixed-leg chairs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All legs down = silence.  Any leg lifts = rising tone.  More tilt = louder.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BBBBCC"/>
                </a:solidFill>
                <a:latin typeface="Calibri"/>
              </a:defRPr>
            </a:pPr>
            <a:r>
              <a:t>Part safety reminder, part office prank, part gift-shop impulse buy.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45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Product Overview  •  Concept Stage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Product Overview</a:t>
            </a:r>
          </a:p>
        </p:txBody>
      </p:sp>
      <p:pic>
        <p:nvPicPr>
          <p:cNvPr id="4" name="Picture 3" descr="c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54864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00784"/>
            <a:ext cx="3291840" cy="32918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78"/>
                </a:solidFill>
                <a:latin typeface="Calibri"/>
              </a:defRPr>
            </a:pPr>
            <a:r>
              <a:t>Static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SILENCE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All legs on the floor.</a:t>
            </a:r>
            <a:br/>
            <a:br/>
            <a:r>
              <a:t>Device sleeps.</a:t>
            </a:r>
            <a:br/>
            <a:r>
              <a:t>No sound at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291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700784"/>
            <a:ext cx="3291840" cy="32918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C00"/>
                </a:solidFill>
                <a:latin typeface="Calibri"/>
              </a:defRPr>
            </a:pPr>
            <a:r>
              <a:t>Dynamic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CONTINUOUS RISING 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Any leg lifts off the floor.</a:t>
            </a:r>
            <a:br/>
            <a:br/>
            <a:r>
              <a:t>Agreeable low tone begins.</a:t>
            </a:r>
            <a:br/>
            <a:r>
              <a:t>Rises smoothly with tilt.</a:t>
            </a:r>
            <a:br/>
            <a:br/>
            <a:r>
              <a:t>Pitch + volume + urgency</a:t>
            </a:r>
            <a:br/>
            <a:r>
              <a:t>scale proportionally.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645920"/>
            <a:ext cx="329184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700784"/>
            <a:ext cx="3291840" cy="32918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545"/>
                </a:solidFill>
                <a:latin typeface="Calibri"/>
              </a:defRPr>
            </a:pPr>
            <a:r>
              <a:t>Near Fall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MAXIMUM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8" y="29260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Steep angle, close to</a:t>
            </a:r>
            <a:br/>
            <a:r>
              <a:t>tipping point.</a:t>
            </a:r>
            <a:br/>
            <a:br/>
            <a:r>
              <a:t>Tone at peak urgency.</a:t>
            </a:r>
            <a:br/>
            <a:r>
              <a:t>Everyone in the room</a:t>
            </a:r>
            <a:br/>
            <a:r>
              <a:t>knows what's happening.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device:  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~32 mm round × 10 mm  •  ~15g  •  CR2450 coin cell (months of life)  •  AirTag-sized  •  Adhesive mount under chair seat  •  Fixed-leg chairs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SUBSYSTEMS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Accelerometer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Tilt angle on pitch + 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78"/>
                </a:solidFill>
                <a:latin typeface="Calibri"/>
              </a:defRPr>
            </a:pPr>
            <a:r>
              <a:t>I2C + wake interrupt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303520" cy="59436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MCU + Firmware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Filter, tone generation,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78"/>
                </a:solidFill>
                <a:latin typeface="Calibri"/>
              </a:defRPr>
            </a:pPr>
            <a:r>
              <a:t>Reads accel, generates PWM tone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30352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Class-D Amp + Piezo Speaker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Amplifies MCU tone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78"/>
                </a:solidFill>
                <a:latin typeface="Calibri"/>
              </a:defRPr>
            </a:pPr>
            <a:r>
              <a:t>PWM input, piezo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5303520" cy="59436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CR2450 Coin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Months of life, user-replaceable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78"/>
                </a:solidFill>
                <a:latin typeface="Calibri"/>
              </a:defRPr>
            </a:pPr>
            <a:r>
              <a:t>MCU sleeps in static balance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303520" cy="5943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56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On/off, mode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978"/>
                </a:solidFill>
                <a:latin typeface="Calibri"/>
              </a:defRPr>
            </a:pPr>
            <a:r>
              <a:t>GPIO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HARD 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011680"/>
            <a:ext cx="484632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BOM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&lt;$8 at 1k units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377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Gift/novelty price — retail $15-25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880360"/>
            <a:ext cx="484632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Battery life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926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&gt;2 months on CR2450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Forget-and-use, no charging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749040"/>
            <a:ext cx="484632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794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&lt;100 ms tilt-to-sound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114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Comedy timing is the product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617720"/>
            <a:ext cx="4846320" cy="74980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 mm × 10 mm, 15g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983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AirTag-sized, hidden under seat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Data flow:  Accelerometer --I2C--&gt; MCU (filter + tone gen) --PWM--&gt; Class-D Amp --&gt; Piezo speaker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Hardest Problems &amp; Component Tradeoffs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THREE HARDEST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84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Escalation curve across chair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957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School chairs and dining chairs have different fall points and tilt ranges. The continuous tone must start gently at first leg lift and peak just before the fall point — not too early (annoying) or too late (useless). Needs auto-calibration + playtesting.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53035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9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Filtering fidgeting from tilting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3016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Sitting down, crossing legs, leaning to grab something — all produce accelerometer signals. Continuous model means any sustained tilt produces sound — the dead-band and time filter are critical.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3035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537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Designing the continuous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6460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The tilt-to-tone mapping IS the product. Must be agreeable at low tilt and urgent near fall. Three modes (serious, comedic, stealth) need distinct character. Needs sound designer + playtesting with kids.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COMPONENT TRADEOFFS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011680"/>
            <a:ext cx="4846320" cy="694944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EC978"/>
                </a:solidFill>
                <a:latin typeface="Calibri"/>
              </a:defRPr>
            </a:pPr>
            <a:r>
              <a:t>Cost + PWM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ATtiny ($0.50) has HW PWM for tone gen. STM32L0 ($1.20) has DAC for smoother audio. nRF52 ($3) overkill.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816352"/>
            <a:ext cx="4846320" cy="694944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Accelerometer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862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EC978"/>
                </a:solidFill>
                <a:latin typeface="Calibri"/>
              </a:defRPr>
            </a:pPr>
            <a:r>
              <a:t>FW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1810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Cheapest has no filtering — $0.50 more gets on-chip motion detection, saves weeks of FW tuning.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621024"/>
            <a:ext cx="4846320" cy="694944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666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Audio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66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EC978"/>
                </a:solidFill>
                <a:latin typeface="Calibri"/>
              </a:defRPr>
            </a:pPr>
            <a:r>
              <a:t>Simplicity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2277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MCU PWM + class-D amp ($0.30) replaces audio playback IC. Enables real-time continuous tone, not fixed clips.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425696"/>
            <a:ext cx="4846320" cy="694944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4714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471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EC978"/>
                </a:solidFill>
                <a:latin typeface="Calibri"/>
              </a:defRPr>
            </a:pPr>
            <a:r>
              <a:t>Physical constraint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274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Dynamic (4 mm tall, louder) vs. piezo (2.5 mm, fits 10 mm enclosure). Piezo resonance aids escalation.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230368"/>
            <a:ext cx="4846320" cy="694944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276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76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EC978"/>
                </a:solidFill>
                <a:latin typeface="Calibri"/>
              </a:defRPr>
            </a:pPr>
            <a:r>
              <a:t>Simplicity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32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CR2450 coin cell: no charging circuit, no USB port, months of life, user-replaceable. LiPo only if V2 needs more current.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Hardware is simple. The product lives or dies on the escalation curve — how tilt maps to tone. Playtesting &gt;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PRD Summary: 45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BY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4754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18 reqs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(8 electrical, 8 mechanical, 4 PCB)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320040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73152" cy="475488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EC978"/>
                </a:solidFill>
                <a:latin typeface="Calibri"/>
              </a:defRPr>
            </a:pPr>
            <a:r>
              <a:t>18 reqs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36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(7 core, 4 modes, 4 calibration, 2 power, 1 versioning)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320040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47548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11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611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4545"/>
                </a:solidFill>
                <a:latin typeface="Calibri"/>
              </a:defRPr>
            </a:pPr>
            <a:r>
              <a:t>9 reqs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(end-to-end tests spanning HW + FW)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BY PRIORITY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011680"/>
            <a:ext cx="3200400" cy="11612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40 Must-have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78"/>
                </a:solidFill>
                <a:latin typeface="Calibri"/>
              </a:defRPr>
            </a:pPr>
            <a:r>
              <a:t>5 Should-have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0 Nice-to-have (V2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371600"/>
            <a:ext cx="3200400" cy="45720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011680"/>
            <a:ext cx="3200400" cy="11612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78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66 pass / 23 N/A / 1 minor gap</a:t>
            </a:r>
            <a:br/>
            <a:r>
              <a:t>(FW versioning scheme)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114800"/>
            <a:ext cx="10881360" cy="457200"/>
          </a:xfrm>
          <a:prstGeom prst="rect">
            <a:avLst/>
          </a:prstGeom>
          <a:solidFill>
            <a:srgbClr val="4EC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REQUIREMENTS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54880"/>
            <a:ext cx="53035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097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FW-C-05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8097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Continuous tone: pitch + volume scale proportionally with tilt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754880"/>
            <a:ext cx="53035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097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FW-C-06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8097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Real-time tracking: angle change to tone change &lt; 100ms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57800"/>
            <a:ext cx="5303520" cy="4114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312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INT-02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5312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Zero false triggers on transient motion (sitting down, bumping)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257800"/>
            <a:ext cx="5303520" cy="4114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312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FW-PM-04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3126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Battery life &gt;= 6 months at 20 tilt events/day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760720"/>
            <a:ext cx="53035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8155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HW-M-01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815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Enclosure max 35mm dia x 10mm height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760720"/>
            <a:ext cx="530352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8155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HW-E-06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815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Total sleep current &lt;= 2 uA (static balance)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Items &amp; V2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OPEN ITEMS (resolve before 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9436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Escalation curve tuning across 5+ chair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78608"/>
            <a:ext cx="5943600" cy="475488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Piezo volume validation in real environments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45536"/>
            <a:ext cx="59436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False trigger testing with real users (fidgety kids)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12464"/>
            <a:ext cx="5943600" cy="475488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039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PWM audio quality -- pleasant tone at low tilt?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79392"/>
            <a:ext cx="59436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70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CPSIA / EN 71 acoustic safety for children's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943600" cy="475488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Tone design for 3 modes (sound designer + FW)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13248"/>
            <a:ext cx="5943600" cy="47548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04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504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5"/>
                </a:solidFill>
                <a:latin typeface="Calibri"/>
              </a:defRPr>
            </a:pPr>
            <a:r>
              <a:t>Adhesive durability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371600"/>
            <a:ext cx="429768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V2 (if market validates)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011680"/>
            <a:ext cx="4297680" cy="868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2057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F5"/>
                </a:solidFill>
                <a:latin typeface="Calibri"/>
              </a:defRPr>
            </a:pPr>
            <a:r>
              <a:t>Custom tone profiles via USB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3500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Board respin: USB-C connector,</a:t>
            </a:r>
            <a:br/>
            <a:r>
              <a:t>upload escalation curve parameters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17520"/>
            <a:ext cx="4297680" cy="868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3063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F5"/>
                </a:solidFill>
                <a:latin typeface="Calibri"/>
              </a:defRPr>
            </a:pPr>
            <a:r>
              <a:t>BLE + companion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3558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MCU change: ATtiny -&gt; nRF52.</a:t>
            </a:r>
            <a:br/>
            <a:r>
              <a:t>Full board respin + app dev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4023360"/>
            <a:ext cx="4297680" cy="868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4069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F5"/>
                </a:solidFill>
                <a:latin typeface="Calibri"/>
              </a:defRPr>
            </a:pPr>
            <a:r>
              <a:t>Adjustable sensitivity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36168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Requires BLE.</a:t>
            </a:r>
            <a:br/>
            <a:r>
              <a:t>Depends on V2 BLE 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029200"/>
            <a:ext cx="4297680" cy="868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5074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F5"/>
                </a:solidFill>
                <a:latin typeface="Calibri"/>
              </a:defRPr>
            </a:pPr>
            <a:r>
              <a:t>Rechargeable battery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53675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Adds charging IC, USB-C, Li-Po.</a:t>
            </a:r>
            <a:br/>
            <a:r>
              <a:t>Enclosure redesign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035040"/>
            <a:ext cx="10881360" cy="457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080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V2 decisions should wait for 6+ months of V1 sales data and customer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